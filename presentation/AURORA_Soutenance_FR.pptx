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aris-sac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640080"/>
            <a:ext cx="202313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A1A1A"/>
                </a:solidFill>
                <a:latin typeface="Georgia"/>
              </a:defRPr>
            </a:pPr>
            <a:r>
              <a:t>Agrégation des Préférences Utilisateur sous Contraintes d'Équité, de Diversité et d'Inclusion par Résumé de Graphe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63003C"/>
                </a:solidFill>
              </a:defRPr>
            </a:pPr>
            <a:r>
              <a:t>Mémoire de stage — Master 2 DataScale, Université Paris-Saclay (UVSQ)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500">
                <a:solidFill>
                  <a:srgbClr val="63003C"/>
                </a:solidFill>
              </a:defRPr>
            </a:pPr>
            <a:r>
              <a:t>Auteure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Adji Marieme Sita Cissé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500">
                <a:solidFill>
                  <a:srgbClr val="63003C"/>
                </a:solidFill>
              </a:defRPr>
            </a:pPr>
            <a:r>
              <a:t>Encadrant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Malek Mouhoub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500">
                <a:solidFill>
                  <a:srgbClr val="63003C"/>
                </a:solidFill>
              </a:defRPr>
            </a:pPr>
            <a:r>
              <a:t>Tutrice pédagogique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Zoubida Kedad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55555"/>
                </a:solidFill>
              </a:defRPr>
            </a:pPr>
            <a:r>
              <a:t>Soutenance du 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Contexte et objectif du stage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État de l'art — la lacune de recherche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Approche proposée — AURORA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Validation — démonstration en direct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Contexte et Objectif du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Stage de recherche au Department of Computer Science, University of Regina (Saskatchewan)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Encadré par le Prof. Malek Mouhoub, responsable du Constraint Processing Lab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Sujet proposé par le Prof. Malek Mouhoub, développé de façon autonome · mobilité financée par la bourse Data IA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Objectif : représenter les préférences comme un graphe biparti attribué, et concevoir une méthode de résumé de graphe qui préserve explicitement l'équité, la diversité et l'inclusion (EDI)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Comparaison à 5 règles d'agrégation classiques, sur plusieurs domaines et configurations de biais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règles d'agrégation classiques (Borda, Condorcet) favorisent systématiquement les groupes majoritaires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L'optimisation de la seule utilité renforce le biais majoritaire et les bulles de filtres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approches d'équité existantes agissent sur les entrées, les sorties, ou l'algorithme d'apprentissage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 résumé de graphe a toujours optimisé la fidélité structurelle — jamais la préservation de l'équité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Question de recherche : comment construire un résumé de graphe qui réduit sa taille tout en bornant la dégradation de l'équité, de la diversité et de l'inclusion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Graphe et Métriques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Graphe biparti attribué et pondéré  G = (U ∪ I, E, w, s)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 = attribut sensible, côté utilisateur (MovieLens, libimseti) ou côté item (Rate My Professors, OpenAlex)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Écart d'équité  ΔE = | utilityF(R) − utilityM(R) |   →  cible ≈ 0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Diversité intra-liste  ILD(R) = dissimilarité cosinus moyenne entre paires du top-k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Inclusion_g(R) = part du top-k notée ≥ θ par le groupe g   →  cible ≥ αg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AURORA : Coarsening sous Contraintes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= Attributed Unified gRaph cOarsening for equitable RecommendAtion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Fusion itérative et gloutonne de nœuds utilisateurs similaires en super-nœuds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Une fusion n'est acceptée que si elle respecte les trois contraintes EDI simultanément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ΔE(G′) ≤ ΔE(G) + εE     ILD(G′) ≥ ILD(G) − εD     inclusion_g(G′) ≥ inclusion_g(G) − εI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Budget de fusion = fraction fixe de |U| → même taux de compression quelle que soit l'échelle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Comparé à : Average Score, Borda, Borda pondéré, Condorcet, Fair Re-rank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Validation — Démonstration en Direct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1A1A1A"/>
                </a:solidFill>
              </a:defRPr>
            </a:pPr>
            <a:r>
              <a:t>•  5 jeux de données, 4 domaines : MovieLens 100k et 1M, libimseti.cz, Rate My Professors, OpenAlex</a:t>
            </a:r>
          </a:p>
          <a:p>
            <a:pPr>
              <a:spcAft>
                <a:spcPts val="1400"/>
              </a:spcAft>
              <a:defRPr sz="2200">
                <a:solidFill>
                  <a:srgbClr val="1A1A1A"/>
                </a:solidFill>
              </a:defRPr>
            </a:pPr>
            <a:r>
              <a:t>•  Bascule vers le tableau de bord interactif 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63003C"/>
                </a:solidFill>
              </a:defRPr>
            </a:pPr>
            <a:r>
              <a:t>sitaacisse-boop.github.io/EDI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Résultats Clés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Aucune méthode de référence ne satisfait les trois critères EDI simultanément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100k (k=20), AURORA bat Borda et Condorcet sur ΔE, ILD et inclusion à la fois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Meilleure diversité et représentation sur Rate My Professors ; meilleur ΔE sur OpenAlex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Sur libimseti.cz : AURORA ne réduit pas ΔE, comme les méthodes de vote — Average Score et Fair Re-rank y parviennent ; limite structurelle du domaine (genre des deux côtés du graphe), pas un défaut de réglage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1M (plus grand), Fair Re-rank domine sur les deux axes — le re-classement a posteriori dispose de plus de marge de manœuvre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Contribution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Intégrer l'EDI directement dans la structure du résumé produit des compromis équité-diversité plus robustes que la correction a posteriori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égale ou dépasse le re-classement sur les corpus plus petits ou côté item, mais pas sur les grandes bases ou les domaines à préférences réciproques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Perspectives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Attributs sensibles multiples et simultanés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Graphes de préférences dynamiques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Calibration des tolérances ε par analyse de front de Pareto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Fusion guidée par détection de communautés et impact EDI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Exploring Social Choice Mechanisms for Recommendation Fairness in SCRUF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Social Choice for Heterogeneous Fairness in Recommendation, SCRUF-D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Dong et al. — Fairness in Graph Mining: A Survey. IEEE TKDE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Harper &amp; Konstan — The MovieLens Datasets: History and Context. ACM TiiS (2015)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Kellerhals &amp; Peters — Proportional Fairness in Clustering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Leonhardt et al. — User Fairness in Recommender Systems (2018)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Liu et al. — Graph Summarization Methods and Applications: A Survey (2018)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Ricci, Rokach &amp; Shapira — Recommender Systems Handbook (2011)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Roy, Schieber &amp; Talmon — Fairness in Preference Queries. VLDB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Shabani et al. — Graph Summarization with GNNs: A Survey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Yao &amp; Huang — New Fairness Metrics for Recommendation (2017)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Zhao et al. — Fairness and Diversity in Recommender Systems: A Survey (2024)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3003C"/>
                </a:solidFill>
              </a:defRPr>
            </a:pPr>
            <a: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55555"/>
                </a:solidFill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