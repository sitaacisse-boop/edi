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0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 et graphe biparti G / G′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10000"/>
            <a:ext cx="107899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 i="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8023" y="1660000"/>
            <a:ext cx="3865473" cy="16500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18" y="3360000"/>
            <a:ext cx="4103942" cy="25000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760" y="3360000"/>
            <a:ext cx="4103942" cy="25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46818" y="5880000"/>
            <a:ext cx="410394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760" y="5880000"/>
            <a:ext cx="410394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8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0000"/>
            <a:ext cx="10789920" cy="805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  <a:endParaRPr lang="fr-FR" sz="1900" dirty="0">
              <a:solidFill>
                <a:srgbClr val="1A1A1A"/>
              </a:solidFill>
            </a:endParaRP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 sitaacisse-boop.github.io/EDI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1020</Words>
  <Application>Microsoft Macintosh PowerPoint</Application>
  <PresentationFormat>Grand écran</PresentationFormat>
  <Paragraphs>90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2</cp:revision>
  <dcterms:created xsi:type="dcterms:W3CDTF">2013-01-27T09:14:16Z</dcterms:created>
  <dcterms:modified xsi:type="dcterms:W3CDTF">2026-08-26T08:44:02Z</dcterms:modified>
  <cp:category/>
</cp:coreProperties>
</file>