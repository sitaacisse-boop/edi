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0"/>
  </p:normalViewPr>
  <p:slideViewPr>
    <p:cSldViewPr snapToGrid="0" snapToObjects="1">
      <p:cViewPr varScale="1">
        <p:scale>
          <a:sx n="102" d="100"/>
          <a:sy n="102" d="100"/>
        </p:scale>
        <p:origin x="21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 et graphe biparti G / G′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10000"/>
            <a:ext cx="107899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 i="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8023" y="1660000"/>
            <a:ext cx="3865473" cy="16500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18" y="3360000"/>
            <a:ext cx="4103942" cy="25000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760" y="3360000"/>
            <a:ext cx="4103942" cy="25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46818" y="5880000"/>
            <a:ext cx="410394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760" y="5880000"/>
            <a:ext cx="410394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8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0000"/>
            <a:ext cx="10789920" cy="805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dirty="0">
                <a:solidFill>
                  <a:srgbClr val="1A1A1A"/>
                </a:solidFill>
              </a:rPr>
              <a:t>•  Bascule vers le tableau de bord </a:t>
            </a:r>
            <a:r>
              <a:rPr sz="1900" dirty="0" err="1">
                <a:solidFill>
                  <a:srgbClr val="1A1A1A"/>
                </a:solidFill>
              </a:rPr>
              <a:t>interactif</a:t>
            </a:r>
            <a:r>
              <a:rPr sz="1900" dirty="0">
                <a:solidFill>
                  <a:srgbClr val="1A1A1A"/>
                </a:solidFill>
              </a:rPr>
              <a:t> —</a:t>
            </a:r>
            <a:endParaRPr lang="fr-FR" sz="1900" dirty="0">
              <a:solidFill>
                <a:srgbClr val="1A1A1A"/>
              </a:solidFill>
            </a:endParaRPr>
          </a:p>
          <a:p>
            <a:pPr>
              <a:spcAft>
                <a:spcPts val="1000"/>
              </a:spcAft>
            </a:pPr>
            <a:r>
              <a:rPr sz="1900" dirty="0">
                <a:solidFill>
                  <a:srgbClr val="1A1A1A"/>
                </a:solidFill>
              </a:rPr>
              <a:t> </a:t>
            </a:r>
            <a:r>
              <a:rPr sz="1900" dirty="0" err="1">
                <a:solidFill>
                  <a:srgbClr val="1A1A1A"/>
                </a:solidFill>
              </a:rPr>
              <a:t>sitaacisse-boop.github.io</a:t>
            </a:r>
            <a:r>
              <a:rPr sz="1900" dirty="0">
                <a:solidFill>
                  <a:srgbClr val="1A1A1A"/>
                </a:solidFill>
              </a:rPr>
              <a:t>/EDI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1020</Words>
  <Application>Microsoft Macintosh PowerPoint</Application>
  <PresentationFormat>Grand écran</PresentationFormat>
  <Paragraphs>90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2</cp:revision>
  <dcterms:created xsi:type="dcterms:W3CDTF">2013-01-27T09:14:16Z</dcterms:created>
  <dcterms:modified xsi:type="dcterms:W3CDTF">2026-08-26T08:44:02Z</dcterms:modified>
  <cp:category/>
</cp:coreProperties>
</file>