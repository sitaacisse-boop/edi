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20"/>
  </p:normalViewPr>
  <p:slideViewPr>
    <p:cSldViewPr snapToGrid="0" snapToObjects="1">
      <p:cViewPr varScale="1">
        <p:scale>
          <a:sx n="102" d="100"/>
          <a:sy n="102" d="100"/>
        </p:scale>
        <p:origin x="21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taacisse-boop.github.io/EDI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78992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63003C"/>
                </a:solidFill>
                <a:hlinkClick r:id="rId2"/>
              </a:rPr>
              <a:t>sitaacisse-boop.github.io/EDI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1001</Words>
  <Application>Microsoft Macintosh PowerPoint</Application>
  <PresentationFormat>Grand écran</PresentationFormat>
  <Paragraphs>90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3</cp:revision>
  <dcterms:created xsi:type="dcterms:W3CDTF">2013-01-27T09:14:16Z</dcterms:created>
  <dcterms:modified xsi:type="dcterms:W3CDTF">2026-08-26T08:55:31Z</dcterms:modified>
  <cp:category/>
</cp:coreProperties>
</file>