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8" r:id="rId19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shot_graph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50000"/>
            <a:ext cx="5244960" cy="3195073"/>
          </a:xfrm>
          <a:prstGeom prst="rect">
            <a:avLst/>
          </a:prstGeom>
        </p:spPr>
      </p:pic>
      <p:pic>
        <p:nvPicPr>
          <p:cNvPr id="4" name="Picture 3" descr="shot_graph_Gpr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65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905073"/>
            <a:ext cx="524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905073"/>
            <a:ext cx="524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0000"/>
            <a:ext cx="11064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Capture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0000"/>
            <a:ext cx="1078992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A1A1A"/>
                </a:solidFill>
              </a:rPr>
              <a:t>•  Bascule vers le tableau de bord interactif — sitaacisse-boop.github.io/EDI</a:t>
            </a:r>
          </a:p>
        </p:txBody>
      </p:sp>
      <p:pic>
        <p:nvPicPr>
          <p:cNvPr id="8" name="Picture 7" descr="shot_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97" y="2450000"/>
            <a:ext cx="8902301" cy="38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