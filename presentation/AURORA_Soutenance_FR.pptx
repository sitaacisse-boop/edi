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0"/>
  </p:normalViewPr>
  <p:slideViewPr>
    <p:cSldViewPr snapToGrid="0" snapToObjects="1">
      <p:cViewPr varScale="1">
        <p:scale>
          <a:sx n="102" d="100"/>
          <a:sy n="102" d="100"/>
        </p:scale>
        <p:origin x="21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l'équité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Jeux de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pic>
        <p:nvPicPr>
          <p:cNvPr id="10" name="Picture 9" descr="fig_datasets_overview_full_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41" y="1330000"/>
            <a:ext cx="7008038" cy="46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02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Figure extraite du mémoire — taille des corpus, déséquilibre de genre, répartition des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Le graphe biparti G et son résumé G′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0000"/>
            <a:ext cx="5244960" cy="31950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50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45073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63003C"/>
                </a:solidFill>
              </a:rPr>
              <a:t>sitaacisse-boop.github.io/EDI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100k (k=20), AURORA bat Borda et Condorcet sur ΔE, ILD et inclusion à la fois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2ᵉ meilleure diversité (hors Average Score, dégénérée) et meilleure représentation sur Rate My Professors ; meilleur ΔE sur OpenAlex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Sur libimseti.cz : AURORA ne réduit pas ΔE, comme les méthodes de vote — Average Score et Fair Re-rank y parviennent ; limite structurelle du domaine (genre des deux côtés du graphe), pas un défaut de réglage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1M (plus grand),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1001</Words>
  <Application>Microsoft Macintosh PowerPoint</Application>
  <PresentationFormat>Grand écran</PresentationFormat>
  <Paragraphs>90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3</cp:revision>
  <dcterms:created xsi:type="dcterms:W3CDTF">2013-01-27T09:14:16Z</dcterms:created>
  <dcterms:modified xsi:type="dcterms:W3CDTF">2026-08-26T08:55:31Z</dcterms:modified>
  <cp:category/>
</cp:coreProperties>
</file>