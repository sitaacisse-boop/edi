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5"/>
    <p:restoredTop sz="94620"/>
  </p:normalViewPr>
  <p:slideViewPr>
    <p:cSldViewPr snapToGrid="0" snapToObjects="1">
      <p:cViewPr varScale="1">
        <p:scale>
          <a:sx n="71" d="100"/>
          <a:sy n="71" d="100"/>
        </p:scale>
        <p:origin x="176" y="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taacisse-boop.github.io/EDI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1.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2.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3.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4.  Jeux de données, graphe biparti et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5.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1. 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(Saskatchewan, Canada)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2.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l'EDI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3. 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3. 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4. Jeux de 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7</a:t>
            </a:r>
          </a:p>
        </p:txBody>
      </p:sp>
      <p:pic>
        <p:nvPicPr>
          <p:cNvPr id="10" name="Picture 9" descr="fig_datasets_overview_full_f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41" y="1330000"/>
            <a:ext cx="7008038" cy="465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6020000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Figure extraite du mémoire — taille des corpus, déséquilibre de genre, répartition des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4. Le graphe biparti G et son résumé G′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0000"/>
            <a:ext cx="5244960" cy="319507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760" y="1500000"/>
            <a:ext cx="5244960" cy="3195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original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076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résumé G′ (fusion en super-nœuds)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45073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Captures du tableau de bord interactif — sitaacisse-boop.github.io/EDI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4. Validation — Démonstration en 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78992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Bascule vers le tableau de bord interactif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0380" y="3291840"/>
            <a:ext cx="488076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 dirty="0">
                <a:solidFill>
                  <a:srgbClr val="63003C"/>
                </a:solidFill>
                <a:hlinkClick r:id="rId2"/>
              </a:rPr>
              <a:t>sitaacisse-boop.github.io/EDI</a:t>
            </a:r>
            <a:endParaRPr sz="3000" b="1" dirty="0">
              <a:solidFill>
                <a:srgbClr val="63003C"/>
              </a:solidFill>
              <a:hlinkClick r:id="rId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5. 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rPr sz="1900">
                <a:solidFill>
                  <a:srgbClr val="1A1A1A"/>
                </a:solidFill>
              </a:rPr>
              <a:t>•  Aucune méthode de référence ne satisfait les trois critères EDI simultanément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MovieLens 100k (k=20) : AURORA bat Borda et Condorcet sur ΔE, ILD et inclusion à la fois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Rate My Professors : 2ᵉ meilleure diversité (hors Average Score, dégénérée) et meilleure représentation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OpenAlex : meilleur ΔE de toutes les méthodes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555555"/>
                </a:solidFill>
              </a:rPr>
              <a:t>      ‒  libimseti.cz : AURORA ne réduit pas ΔE, comme les méthodes de vote (seules Average Score et Fair Re-rank y parviennent) — limite structurelle du domaine (genre des deux côtés du graphe), pas un défaut de réglage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1A1A"/>
                </a:solidFill>
              </a:rPr>
              <a:t>•  MovieLens 1M (plus grand) : Fair Re-rank domine sur les deux axes — le re-classement a posteriori dispose de plus de marge de manœuvre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5. 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1040</Words>
  <Application>Microsoft Macintosh PowerPoint</Application>
  <PresentationFormat>Grand écran</PresentationFormat>
  <Paragraphs>93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Adji Cisse</cp:lastModifiedBy>
  <cp:revision>4</cp:revision>
  <dcterms:created xsi:type="dcterms:W3CDTF">2013-01-27T09:14:16Z</dcterms:created>
  <dcterms:modified xsi:type="dcterms:W3CDTF">2026-08-26T09:10:04Z</dcterms:modified>
  <cp:category/>
</cp:coreProperties>
</file>