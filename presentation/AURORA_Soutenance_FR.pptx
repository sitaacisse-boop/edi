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0"/>
  </p:normalViewPr>
  <p:slideViewPr>
    <p:cSldViewPr snapToGrid="0" snapToObjects="1">
      <p:cViewPr varScale="1">
        <p:scale>
          <a:sx n="71" d="100"/>
          <a:sy n="71" d="100"/>
        </p:scale>
        <p:origin x="176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taacisse-boop.github.io/EDI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1.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2.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3.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4.  Jeux de données, graphe biparti et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5.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1. 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(Saskatchewan, Canada)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2.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l'EDI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4. 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380" y="3291840"/>
            <a:ext cx="48807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63003C"/>
                </a:solidFill>
                <a:hlinkClick r:id="rId2"/>
              </a:rPr>
              <a:t>sitaacisse-boop.github.io/EDI</a:t>
            </a:r>
            <a:endParaRPr sz="3000" b="1" dirty="0">
              <a:solidFill>
                <a:srgbClr val="63003C"/>
              </a:solidFill>
              <a:hlinkClick r:id="rId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rPr sz="1900">
                <a:solidFill>
                  <a:srgbClr val="1A1A1A"/>
                </a:solidFill>
              </a:rPr>
              <a:t>•  Aucune méthode de référence ne satisfait les trois critères EDI simultanément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pic>
        <p:nvPicPr>
          <p:cNvPr id="6" name="Picture 5" descr="shot_conclusion_table_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00000"/>
            <a:ext cx="10789920" cy="40167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1040</Words>
  <Application>Microsoft Macintosh PowerPoint</Application>
  <PresentationFormat>Grand écran</PresentationFormat>
  <Paragraphs>93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4</cp:revision>
  <dcterms:created xsi:type="dcterms:W3CDTF">2013-01-27T09:14:16Z</dcterms:created>
  <dcterms:modified xsi:type="dcterms:W3CDTF">2026-08-26T09:10:04Z</dcterms:modified>
  <cp:category/>
</cp:coreProperties>
</file>